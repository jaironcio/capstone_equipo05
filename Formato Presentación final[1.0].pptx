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media/image10.jpg" ContentType="image/unknown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4" r:id="rId6"/>
    <p:sldId id="271" r:id="rId7"/>
    <p:sldId id="260" r:id="rId8"/>
    <p:sldId id="272" r:id="rId9"/>
    <p:sldId id="263" r:id="rId10"/>
    <p:sldId id="269" r:id="rId11"/>
    <p:sldId id="270" r:id="rId12"/>
    <p:sldId id="265" r:id="rId13"/>
    <p:sldId id="267" r:id="rId14"/>
    <p:sldId id="268" r:id="rId15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cción predeterminada" id="{485B4FE6-FFA9-4AF1-B538-37203D6EEB21}">
          <p14:sldIdLst>
            <p14:sldId id="256"/>
            <p14:sldId id="257"/>
            <p14:sldId id="258"/>
            <p14:sldId id="259"/>
          </p14:sldIdLst>
        </p14:section>
        <p14:section name="Sección sin título" id="{913D0B40-3DB4-4306-B23A-E1E27882CF0E}">
          <p14:sldIdLst>
            <p14:sldId id="264"/>
            <p14:sldId id="271"/>
            <p14:sldId id="260"/>
            <p14:sldId id="272"/>
            <p14:sldId id="263"/>
            <p14:sldId id="269"/>
            <p14:sldId id="270"/>
            <p14:sldId id="265"/>
            <p14:sldId id="267"/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48" y="15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iro Rain" userId="e6618b4c679b55a9" providerId="LiveId" clId="{1C8E998A-B9A4-41AD-9077-44EFAD05CB39}"/>
    <pc:docChg chg="undo custSel delSld modSld modSection">
      <pc:chgData name="Jairo Rain" userId="e6618b4c679b55a9" providerId="LiveId" clId="{1C8E998A-B9A4-41AD-9077-44EFAD05CB39}" dt="2025-12-01T17:27:31.555" v="336" actId="1076"/>
      <pc:docMkLst>
        <pc:docMk/>
      </pc:docMkLst>
      <pc:sldChg chg="modSp mod">
        <pc:chgData name="Jairo Rain" userId="e6618b4c679b55a9" providerId="LiveId" clId="{1C8E998A-B9A4-41AD-9077-44EFAD05CB39}" dt="2025-12-01T16:07:55.229" v="301" actId="20577"/>
        <pc:sldMkLst>
          <pc:docMk/>
          <pc:sldMk cId="2391963198" sldId="256"/>
        </pc:sldMkLst>
        <pc:spChg chg="mod">
          <ac:chgData name="Jairo Rain" userId="e6618b4c679b55a9" providerId="LiveId" clId="{1C8E998A-B9A4-41AD-9077-44EFAD05CB39}" dt="2025-12-01T16:07:55.229" v="301" actId="20577"/>
          <ac:spMkLst>
            <pc:docMk/>
            <pc:sldMk cId="2391963198" sldId="256"/>
            <ac:spMk id="4" creationId="{E3B5815F-4341-2A3D-A22D-8F6657D201F3}"/>
          </ac:spMkLst>
        </pc:spChg>
      </pc:sldChg>
      <pc:sldChg chg="modSp">
        <pc:chgData name="Jairo Rain" userId="e6618b4c679b55a9" providerId="LiveId" clId="{1C8E998A-B9A4-41AD-9077-44EFAD05CB39}" dt="2025-12-01T17:11:54.627" v="324"/>
        <pc:sldMkLst>
          <pc:docMk/>
          <pc:sldMk cId="2436815989" sldId="257"/>
        </pc:sldMkLst>
        <pc:graphicFrameChg chg="mod">
          <ac:chgData name="Jairo Rain" userId="e6618b4c679b55a9" providerId="LiveId" clId="{1C8E998A-B9A4-41AD-9077-44EFAD05CB39}" dt="2025-12-01T17:11:54.627" v="324"/>
          <ac:graphicFrameMkLst>
            <pc:docMk/>
            <pc:sldMk cId="2436815989" sldId="257"/>
            <ac:graphicFrameMk id="5" creationId="{CD98BAAD-E67E-3FB9-220F-BD3AA3645FAD}"/>
          </ac:graphicFrameMkLst>
        </pc:graphicFrameChg>
      </pc:sldChg>
      <pc:sldChg chg="modSp modAnim">
        <pc:chgData name="Jairo Rain" userId="e6618b4c679b55a9" providerId="LiveId" clId="{1C8E998A-B9A4-41AD-9077-44EFAD05CB39}" dt="2025-12-01T16:43:32.944" v="314" actId="20577"/>
        <pc:sldMkLst>
          <pc:docMk/>
          <pc:sldMk cId="775730755" sldId="258"/>
        </pc:sldMkLst>
        <pc:spChg chg="mod">
          <ac:chgData name="Jairo Rain" userId="e6618b4c679b55a9" providerId="LiveId" clId="{1C8E998A-B9A4-41AD-9077-44EFAD05CB39}" dt="2025-12-01T15:22:25.692" v="12" actId="20577"/>
          <ac:spMkLst>
            <pc:docMk/>
            <pc:sldMk cId="775730755" sldId="258"/>
            <ac:spMk id="3" creationId="{5CB288BD-84B1-DF16-6004-32D5F8A61FF7}"/>
          </ac:spMkLst>
        </pc:spChg>
        <pc:spChg chg="mod">
          <ac:chgData name="Jairo Rain" userId="e6618b4c679b55a9" providerId="LiveId" clId="{1C8E998A-B9A4-41AD-9077-44EFAD05CB39}" dt="2025-12-01T16:43:32.944" v="314" actId="20577"/>
          <ac:spMkLst>
            <pc:docMk/>
            <pc:sldMk cId="775730755" sldId="258"/>
            <ac:spMk id="4" creationId="{DDC84C5C-77A0-B2A2-F0BB-8A7713B865EA}"/>
          </ac:spMkLst>
        </pc:spChg>
      </pc:sldChg>
      <pc:sldChg chg="modSp mod">
        <pc:chgData name="Jairo Rain" userId="e6618b4c679b55a9" providerId="LiveId" clId="{1C8E998A-B9A4-41AD-9077-44EFAD05CB39}" dt="2025-12-01T16:44:09.486" v="318" actId="1076"/>
        <pc:sldMkLst>
          <pc:docMk/>
          <pc:sldMk cId="2717669782" sldId="259"/>
        </pc:sldMkLst>
        <pc:spChg chg="mod">
          <ac:chgData name="Jairo Rain" userId="e6618b4c679b55a9" providerId="LiveId" clId="{1C8E998A-B9A4-41AD-9077-44EFAD05CB39}" dt="2025-12-01T16:44:09.486" v="318" actId="1076"/>
          <ac:spMkLst>
            <pc:docMk/>
            <pc:sldMk cId="2717669782" sldId="259"/>
            <ac:spMk id="2" creationId="{733B57D9-BF13-9372-D021-14655CF00C4C}"/>
          </ac:spMkLst>
        </pc:spChg>
        <pc:spChg chg="mod">
          <ac:chgData name="Jairo Rain" userId="e6618b4c679b55a9" providerId="LiveId" clId="{1C8E998A-B9A4-41AD-9077-44EFAD05CB39}" dt="2025-12-01T16:44:00.748" v="316" actId="20577"/>
          <ac:spMkLst>
            <pc:docMk/>
            <pc:sldMk cId="2717669782" sldId="259"/>
            <ac:spMk id="4" creationId="{7E63425F-86F4-531E-E0F5-7A349604A51E}"/>
          </ac:spMkLst>
        </pc:spChg>
      </pc:sldChg>
      <pc:sldChg chg="del">
        <pc:chgData name="Jairo Rain" userId="e6618b4c679b55a9" providerId="LiveId" clId="{1C8E998A-B9A4-41AD-9077-44EFAD05CB39}" dt="2025-12-01T16:50:14.104" v="321" actId="2696"/>
        <pc:sldMkLst>
          <pc:docMk/>
          <pc:sldMk cId="3324313383" sldId="262"/>
        </pc:sldMkLst>
      </pc:sldChg>
      <pc:sldChg chg="addSp delSp modSp mod">
        <pc:chgData name="Jairo Rain" userId="e6618b4c679b55a9" providerId="LiveId" clId="{1C8E998A-B9A4-41AD-9077-44EFAD05CB39}" dt="2025-12-01T16:39:15.725" v="312" actId="1076"/>
        <pc:sldMkLst>
          <pc:docMk/>
          <pc:sldMk cId="1890491460" sldId="263"/>
        </pc:sldMkLst>
        <pc:picChg chg="del mod">
          <ac:chgData name="Jairo Rain" userId="e6618b4c679b55a9" providerId="LiveId" clId="{1C8E998A-B9A4-41AD-9077-44EFAD05CB39}" dt="2025-12-01T16:39:07.970" v="310" actId="478"/>
          <ac:picMkLst>
            <pc:docMk/>
            <pc:sldMk cId="1890491460" sldId="263"/>
            <ac:picMk id="3" creationId="{10F73C94-5762-4A31-9E59-CD3D4AF4E1A4}"/>
          </ac:picMkLst>
        </pc:picChg>
        <pc:picChg chg="add mod">
          <ac:chgData name="Jairo Rain" userId="e6618b4c679b55a9" providerId="LiveId" clId="{1C8E998A-B9A4-41AD-9077-44EFAD05CB39}" dt="2025-12-01T16:39:15.725" v="312" actId="1076"/>
          <ac:picMkLst>
            <pc:docMk/>
            <pc:sldMk cId="1890491460" sldId="263"/>
            <ac:picMk id="4" creationId="{FA1C7E05-CD00-4C8F-B936-5A11CDF8D4D2}"/>
          </ac:picMkLst>
        </pc:picChg>
      </pc:sldChg>
      <pc:sldChg chg="modSp">
        <pc:chgData name="Jairo Rain" userId="e6618b4c679b55a9" providerId="LiveId" clId="{1C8E998A-B9A4-41AD-9077-44EFAD05CB39}" dt="2025-12-01T16:47:42.440" v="320" actId="20577"/>
        <pc:sldMkLst>
          <pc:docMk/>
          <pc:sldMk cId="3299956469" sldId="264"/>
        </pc:sldMkLst>
        <pc:spChg chg="mod">
          <ac:chgData name="Jairo Rain" userId="e6618b4c679b55a9" providerId="LiveId" clId="{1C8E998A-B9A4-41AD-9077-44EFAD05CB39}" dt="2025-12-01T16:47:42.440" v="320" actId="20577"/>
          <ac:spMkLst>
            <pc:docMk/>
            <pc:sldMk cId="3299956469" sldId="264"/>
            <ac:spMk id="2" creationId="{EDF67E4C-B9F9-F2CA-C5F3-1F984BC3E848}"/>
          </ac:spMkLst>
        </pc:spChg>
      </pc:sldChg>
      <pc:sldChg chg="addSp modSp mod">
        <pc:chgData name="Jairo Rain" userId="e6618b4c679b55a9" providerId="LiveId" clId="{1C8E998A-B9A4-41AD-9077-44EFAD05CB39}" dt="2025-12-01T17:25:58.992" v="331" actId="1076"/>
        <pc:sldMkLst>
          <pc:docMk/>
          <pc:sldMk cId="2904893737" sldId="267"/>
        </pc:sldMkLst>
        <pc:picChg chg="add mod">
          <ac:chgData name="Jairo Rain" userId="e6618b4c679b55a9" providerId="LiveId" clId="{1C8E998A-B9A4-41AD-9077-44EFAD05CB39}" dt="2025-12-01T17:25:58.992" v="331" actId="1076"/>
          <ac:picMkLst>
            <pc:docMk/>
            <pc:sldMk cId="2904893737" sldId="267"/>
            <ac:picMk id="5" creationId="{321A2E7B-059E-455E-B628-5E8648ECC378}"/>
          </ac:picMkLst>
        </pc:picChg>
      </pc:sldChg>
      <pc:sldChg chg="addSp delSp modSp mod">
        <pc:chgData name="Jairo Rain" userId="e6618b4c679b55a9" providerId="LiveId" clId="{1C8E998A-B9A4-41AD-9077-44EFAD05CB39}" dt="2025-12-01T17:27:31.555" v="336" actId="1076"/>
        <pc:sldMkLst>
          <pc:docMk/>
          <pc:sldMk cId="1266268508" sldId="268"/>
        </pc:sldMkLst>
        <pc:picChg chg="add del mod">
          <ac:chgData name="Jairo Rain" userId="e6618b4c679b55a9" providerId="LiveId" clId="{1C8E998A-B9A4-41AD-9077-44EFAD05CB39}" dt="2025-12-01T17:26:01.994" v="332" actId="478"/>
          <ac:picMkLst>
            <pc:docMk/>
            <pc:sldMk cId="1266268508" sldId="268"/>
            <ac:picMk id="3" creationId="{87D84D3F-A87A-4EAA-9AB2-0CDA3518E1D5}"/>
          </ac:picMkLst>
        </pc:picChg>
        <pc:picChg chg="add mod">
          <ac:chgData name="Jairo Rain" userId="e6618b4c679b55a9" providerId="LiveId" clId="{1C8E998A-B9A4-41AD-9077-44EFAD05CB39}" dt="2025-12-01T17:27:31.555" v="336" actId="1076"/>
          <ac:picMkLst>
            <pc:docMk/>
            <pc:sldMk cId="1266268508" sldId="268"/>
            <ac:picMk id="6" creationId="{8FAF43E4-FB4E-4ED4-80C6-30DC8D1E7C13}"/>
          </ac:picMkLst>
        </pc:picChg>
      </pc:sldChg>
      <pc:sldChg chg="addSp delSp modSp mod">
        <pc:chgData name="Jairo Rain" userId="e6618b4c679b55a9" providerId="LiveId" clId="{1C8E998A-B9A4-41AD-9077-44EFAD05CB39}" dt="2025-12-01T16:30:07.649" v="308" actId="14100"/>
        <pc:sldMkLst>
          <pc:docMk/>
          <pc:sldMk cId="2752457618" sldId="269"/>
        </pc:sldMkLst>
        <pc:picChg chg="del">
          <ac:chgData name="Jairo Rain" userId="e6618b4c679b55a9" providerId="LiveId" clId="{1C8E998A-B9A4-41AD-9077-44EFAD05CB39}" dt="2025-12-01T16:29:48.367" v="302" actId="478"/>
          <ac:picMkLst>
            <pc:docMk/>
            <pc:sldMk cId="2752457618" sldId="269"/>
            <ac:picMk id="3" creationId="{E0671624-0DE0-42F0-BFFD-DE3725C7522F}"/>
          </ac:picMkLst>
        </pc:picChg>
        <pc:picChg chg="add mod">
          <ac:chgData name="Jairo Rain" userId="e6618b4c679b55a9" providerId="LiveId" clId="{1C8E998A-B9A4-41AD-9077-44EFAD05CB39}" dt="2025-12-01T16:30:07.649" v="308" actId="14100"/>
          <ac:picMkLst>
            <pc:docMk/>
            <pc:sldMk cId="2752457618" sldId="269"/>
            <ac:picMk id="4" creationId="{9F29D040-7A7E-4580-A40F-8D9CB0145732}"/>
          </ac:picMkLst>
        </pc:picChg>
      </pc:sldChg>
      <pc:sldChg chg="modSp">
        <pc:chgData name="Jairo Rain" userId="e6618b4c679b55a9" providerId="LiveId" clId="{1C8E998A-B9A4-41AD-9077-44EFAD05CB39}" dt="2025-12-01T17:15:41.821" v="326" actId="20577"/>
        <pc:sldMkLst>
          <pc:docMk/>
          <pc:sldMk cId="4214710430" sldId="271"/>
        </pc:sldMkLst>
        <pc:spChg chg="mod">
          <ac:chgData name="Jairo Rain" userId="e6618b4c679b55a9" providerId="LiveId" clId="{1C8E998A-B9A4-41AD-9077-44EFAD05CB39}" dt="2025-12-01T17:15:41.821" v="326" actId="20577"/>
          <ac:spMkLst>
            <pc:docMk/>
            <pc:sldMk cId="4214710430" sldId="271"/>
            <ac:spMk id="2" creationId="{D1F7DB20-B61D-A4FF-BA4F-716097B5B6E2}"/>
          </ac:spMkLst>
        </pc:sp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image" Target="../media/image2.jpg"/></Relationships>
</file>

<file path=ppt/diagrams/_rels/drawing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image" Target="../media/image2.jp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5_2">
  <dgm:title val=""/>
  <dgm:desc val=""/>
  <dgm:catLst>
    <dgm:cat type="accent5" pri="11200"/>
  </dgm:catLst>
  <dgm:styleLbl name="node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ln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E45140C-C326-4DAA-A267-498AD5117D68}" type="doc">
      <dgm:prSet loTypeId="urn:microsoft.com/office/officeart/2005/8/layout/vList4" loCatId="picture" qsTypeId="urn:microsoft.com/office/officeart/2005/8/quickstyle/simple5" qsCatId="simple" csTypeId="urn:microsoft.com/office/officeart/2005/8/colors/accent5_2" csCatId="accent5" phldr="1"/>
      <dgm:spPr/>
      <dgm:t>
        <a:bodyPr/>
        <a:lstStyle/>
        <a:p>
          <a:endParaRPr lang="es-CL"/>
        </a:p>
      </dgm:t>
    </dgm:pt>
    <dgm:pt modelId="{78BFB295-8F5D-4286-B72B-79142F8F0E13}">
      <dgm:prSet phldrT="[Texto]"/>
      <dgm:spPr/>
      <dgm:t>
        <a:bodyPr/>
        <a:lstStyle/>
        <a:p>
          <a:r>
            <a:rPr lang="es-CL" dirty="0"/>
            <a:t>Cristian Vera Arriagada</a:t>
          </a:r>
        </a:p>
      </dgm:t>
    </dgm:pt>
    <dgm:pt modelId="{F1885FAB-61EC-4F80-98D0-72360031AF9F}" type="parTrans" cxnId="{2AD07198-D472-4B98-B6D5-5A730374E9A2}">
      <dgm:prSet/>
      <dgm:spPr/>
      <dgm:t>
        <a:bodyPr/>
        <a:lstStyle/>
        <a:p>
          <a:endParaRPr lang="es-CL"/>
        </a:p>
      </dgm:t>
    </dgm:pt>
    <dgm:pt modelId="{E88D0928-51D4-4670-8963-60ABBB193E13}" type="sibTrans" cxnId="{2AD07198-D472-4B98-B6D5-5A730374E9A2}">
      <dgm:prSet/>
      <dgm:spPr/>
      <dgm:t>
        <a:bodyPr/>
        <a:lstStyle/>
        <a:p>
          <a:endParaRPr lang="es-CL"/>
        </a:p>
      </dgm:t>
    </dgm:pt>
    <dgm:pt modelId="{D868444B-AE34-4422-A6A5-1F7D392D0C20}">
      <dgm:prSet phldrT="[Texto]"/>
      <dgm:spPr/>
      <dgm:t>
        <a:bodyPr/>
        <a:lstStyle/>
        <a:p>
          <a:r>
            <a:rPr lang="es-MX" dirty="0"/>
            <a:t>Scrum Master</a:t>
          </a:r>
          <a:endParaRPr lang="es-CL" dirty="0"/>
        </a:p>
      </dgm:t>
    </dgm:pt>
    <dgm:pt modelId="{7DB88D83-6C3A-48C1-8CAD-0D11C3BEC35C}" type="parTrans" cxnId="{484B8A37-0122-4FF5-93D2-4A15DF521A17}">
      <dgm:prSet/>
      <dgm:spPr/>
      <dgm:t>
        <a:bodyPr/>
        <a:lstStyle/>
        <a:p>
          <a:endParaRPr lang="es-CL"/>
        </a:p>
      </dgm:t>
    </dgm:pt>
    <dgm:pt modelId="{74B9B1A5-94EB-40A9-BFF2-678501068FB8}" type="sibTrans" cxnId="{484B8A37-0122-4FF5-93D2-4A15DF521A17}">
      <dgm:prSet/>
      <dgm:spPr/>
      <dgm:t>
        <a:bodyPr/>
        <a:lstStyle/>
        <a:p>
          <a:endParaRPr lang="es-CL"/>
        </a:p>
      </dgm:t>
    </dgm:pt>
    <dgm:pt modelId="{02A34BC0-F8BA-4A89-87A4-4F20079DFD06}">
      <dgm:prSet phldrT="[Texto]"/>
      <dgm:spPr/>
      <dgm:t>
        <a:bodyPr/>
        <a:lstStyle/>
        <a:p>
          <a:r>
            <a:rPr lang="es-MX" dirty="0"/>
            <a:t>Jairo Rain Núñez</a:t>
          </a:r>
          <a:endParaRPr lang="es-CL" dirty="0"/>
        </a:p>
      </dgm:t>
    </dgm:pt>
    <dgm:pt modelId="{9ADB496F-2DB6-4F16-8C91-2EB9CDF5F2F2}" type="parTrans" cxnId="{0E2AE979-A66C-4CEC-BFF4-5B28BB7CD9EA}">
      <dgm:prSet/>
      <dgm:spPr/>
      <dgm:t>
        <a:bodyPr/>
        <a:lstStyle/>
        <a:p>
          <a:endParaRPr lang="es-CL"/>
        </a:p>
      </dgm:t>
    </dgm:pt>
    <dgm:pt modelId="{44AB630E-CD8B-4223-9F51-5EEE4E054B0A}" type="sibTrans" cxnId="{0E2AE979-A66C-4CEC-BFF4-5B28BB7CD9EA}">
      <dgm:prSet/>
      <dgm:spPr/>
      <dgm:t>
        <a:bodyPr/>
        <a:lstStyle/>
        <a:p>
          <a:endParaRPr lang="es-CL"/>
        </a:p>
      </dgm:t>
    </dgm:pt>
    <dgm:pt modelId="{2E221207-005F-49CB-81E1-6D036D64322B}">
      <dgm:prSet phldrT="[Texto]"/>
      <dgm:spPr/>
      <dgm:t>
        <a:bodyPr/>
        <a:lstStyle/>
        <a:p>
          <a:r>
            <a:rPr lang="es-MX" dirty="0"/>
            <a:t>Desarrollador </a:t>
          </a:r>
          <a:r>
            <a:rPr lang="es-MX" dirty="0" err="1"/>
            <a:t>Backend</a:t>
          </a:r>
          <a:endParaRPr lang="es-CL" dirty="0"/>
        </a:p>
      </dgm:t>
    </dgm:pt>
    <dgm:pt modelId="{3728DB5E-E904-481D-A1E5-49CF4AFFC0D3}" type="sibTrans" cxnId="{1C3272C9-C630-4D60-B76B-138907BB4D41}">
      <dgm:prSet/>
      <dgm:spPr/>
      <dgm:t>
        <a:bodyPr/>
        <a:lstStyle/>
        <a:p>
          <a:endParaRPr lang="es-CL"/>
        </a:p>
      </dgm:t>
    </dgm:pt>
    <dgm:pt modelId="{B200B6AA-AA2A-4CB8-80FF-4BB54938E8A5}" type="parTrans" cxnId="{1C3272C9-C630-4D60-B76B-138907BB4D41}">
      <dgm:prSet/>
      <dgm:spPr/>
      <dgm:t>
        <a:bodyPr/>
        <a:lstStyle/>
        <a:p>
          <a:endParaRPr lang="es-CL"/>
        </a:p>
      </dgm:t>
    </dgm:pt>
    <dgm:pt modelId="{EA3B2395-55AF-495E-9D6B-329D2886612F}">
      <dgm:prSet phldrT="[Texto]"/>
      <dgm:spPr/>
      <dgm:t>
        <a:bodyPr/>
        <a:lstStyle/>
        <a:p>
          <a:r>
            <a:rPr lang="es-MX" dirty="0"/>
            <a:t>Product owner</a:t>
          </a:r>
          <a:endParaRPr lang="es-CL" dirty="0"/>
        </a:p>
      </dgm:t>
    </dgm:pt>
    <dgm:pt modelId="{11A4E056-7834-4F82-8A9C-B8EA31F159E3}" type="sibTrans" cxnId="{778F2DBC-81F3-476D-BD99-784E4F7153C8}">
      <dgm:prSet/>
      <dgm:spPr/>
      <dgm:t>
        <a:bodyPr/>
        <a:lstStyle/>
        <a:p>
          <a:endParaRPr lang="es-CL"/>
        </a:p>
      </dgm:t>
    </dgm:pt>
    <dgm:pt modelId="{01DA10B6-3F7A-4C8A-AACD-F605EE6CCF20}" type="parTrans" cxnId="{778F2DBC-81F3-476D-BD99-784E4F7153C8}">
      <dgm:prSet/>
      <dgm:spPr/>
      <dgm:t>
        <a:bodyPr/>
        <a:lstStyle/>
        <a:p>
          <a:endParaRPr lang="es-CL"/>
        </a:p>
      </dgm:t>
    </dgm:pt>
    <dgm:pt modelId="{55A2A9EB-4C26-43C3-B721-D475B10BC39B}">
      <dgm:prSet phldrT="[Texto]"/>
      <dgm:spPr/>
      <dgm:t>
        <a:bodyPr/>
        <a:lstStyle/>
        <a:p>
          <a:r>
            <a:rPr lang="es-MX" dirty="0"/>
            <a:t>Desarrollador Front </a:t>
          </a:r>
          <a:r>
            <a:rPr lang="es-MX" dirty="0" err="1"/>
            <a:t>end</a:t>
          </a:r>
          <a:endParaRPr lang="es-CL" dirty="0"/>
        </a:p>
      </dgm:t>
    </dgm:pt>
    <dgm:pt modelId="{4EF4588A-187C-4393-9DFC-C6D80B20E995}" type="sibTrans" cxnId="{ECED70CB-7A25-48F8-9E03-51596FB1E92C}">
      <dgm:prSet/>
      <dgm:spPr/>
      <dgm:t>
        <a:bodyPr/>
        <a:lstStyle/>
        <a:p>
          <a:endParaRPr lang="es-CL"/>
        </a:p>
      </dgm:t>
    </dgm:pt>
    <dgm:pt modelId="{B8424EB2-FFE7-4867-9D5A-EE0D46E8AAFE}" type="parTrans" cxnId="{ECED70CB-7A25-48F8-9E03-51596FB1E92C}">
      <dgm:prSet/>
      <dgm:spPr/>
      <dgm:t>
        <a:bodyPr/>
        <a:lstStyle/>
        <a:p>
          <a:endParaRPr lang="es-CL"/>
        </a:p>
      </dgm:t>
    </dgm:pt>
    <dgm:pt modelId="{6E1E561E-88C1-49C6-A3F7-DE4B9AD43273}" type="pres">
      <dgm:prSet presAssocID="{BE45140C-C326-4DAA-A267-498AD5117D68}" presName="linear" presStyleCnt="0">
        <dgm:presLayoutVars>
          <dgm:dir/>
          <dgm:resizeHandles val="exact"/>
        </dgm:presLayoutVars>
      </dgm:prSet>
      <dgm:spPr/>
    </dgm:pt>
    <dgm:pt modelId="{F70979D0-5925-4EC3-AD84-986E0EC7B0D8}" type="pres">
      <dgm:prSet presAssocID="{78BFB295-8F5D-4286-B72B-79142F8F0E13}" presName="comp" presStyleCnt="0"/>
      <dgm:spPr/>
    </dgm:pt>
    <dgm:pt modelId="{54FC4CB6-0791-48D3-B2C5-2E99B8AFCFF7}" type="pres">
      <dgm:prSet presAssocID="{78BFB295-8F5D-4286-B72B-79142F8F0E13}" presName="box" presStyleLbl="node1" presStyleIdx="0" presStyleCnt="2" custLinFactNeighborX="5318" custLinFactNeighborY="-12417"/>
      <dgm:spPr/>
    </dgm:pt>
    <dgm:pt modelId="{9A7E2690-DE9C-4572-9BE5-B8C9A3B8BBB3}" type="pres">
      <dgm:prSet presAssocID="{78BFB295-8F5D-4286-B72B-79142F8F0E13}" presName="img" presStyleLbl="fgImgPlac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11000" b="-11000"/>
          </a:stretch>
        </a:blipFill>
      </dgm:spPr>
    </dgm:pt>
    <dgm:pt modelId="{52D125D2-FCA7-4A2D-AB39-B6BD54F251F2}" type="pres">
      <dgm:prSet presAssocID="{78BFB295-8F5D-4286-B72B-79142F8F0E13}" presName="text" presStyleLbl="node1" presStyleIdx="0" presStyleCnt="2">
        <dgm:presLayoutVars>
          <dgm:bulletEnabled val="1"/>
        </dgm:presLayoutVars>
      </dgm:prSet>
      <dgm:spPr/>
    </dgm:pt>
    <dgm:pt modelId="{E95CA29D-745B-40BA-93B6-BB607C99A2CE}" type="pres">
      <dgm:prSet presAssocID="{E88D0928-51D4-4670-8963-60ABBB193E13}" presName="spacer" presStyleCnt="0"/>
      <dgm:spPr/>
    </dgm:pt>
    <dgm:pt modelId="{41A67AC8-1DD7-4AB7-96A3-87B24035E3FA}" type="pres">
      <dgm:prSet presAssocID="{02A34BC0-F8BA-4A89-87A4-4F20079DFD06}" presName="comp" presStyleCnt="0"/>
      <dgm:spPr/>
    </dgm:pt>
    <dgm:pt modelId="{39AFE128-ACF6-44CA-B18B-64F5782CF210}" type="pres">
      <dgm:prSet presAssocID="{02A34BC0-F8BA-4A89-87A4-4F20079DFD06}" presName="box" presStyleLbl="node1" presStyleIdx="1" presStyleCnt="2"/>
      <dgm:spPr/>
    </dgm:pt>
    <dgm:pt modelId="{3F97C059-D720-4D48-953F-B84D04D0BF79}" type="pres">
      <dgm:prSet presAssocID="{02A34BC0-F8BA-4A89-87A4-4F20079DFD06}" presName="img" presStyleLbl="fgImgPlace1" presStyleIdx="1" presStyleCnt="2"/>
      <dgm:spPr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11000" b="-11000"/>
          </a:stretch>
        </a:blipFill>
      </dgm:spPr>
    </dgm:pt>
    <dgm:pt modelId="{CFFDF23F-D296-4CDF-8EE4-8A672559E207}" type="pres">
      <dgm:prSet presAssocID="{02A34BC0-F8BA-4A89-87A4-4F20079DFD06}" presName="text" presStyleLbl="node1" presStyleIdx="1" presStyleCnt="2">
        <dgm:presLayoutVars>
          <dgm:bulletEnabled val="1"/>
        </dgm:presLayoutVars>
      </dgm:prSet>
      <dgm:spPr/>
    </dgm:pt>
  </dgm:ptLst>
  <dgm:cxnLst>
    <dgm:cxn modelId="{399BD705-2380-48A3-9C48-1D49A5A32D61}" type="presOf" srcId="{2E221207-005F-49CB-81E1-6D036D64322B}" destId="{52D125D2-FCA7-4A2D-AB39-B6BD54F251F2}" srcOrd="1" destOrd="2" presId="urn:microsoft.com/office/officeart/2005/8/layout/vList4"/>
    <dgm:cxn modelId="{D2B94F0C-C779-4AC1-87E4-35116A3DED02}" type="presOf" srcId="{78BFB295-8F5D-4286-B72B-79142F8F0E13}" destId="{54FC4CB6-0791-48D3-B2C5-2E99B8AFCFF7}" srcOrd="0" destOrd="0" presId="urn:microsoft.com/office/officeart/2005/8/layout/vList4"/>
    <dgm:cxn modelId="{A6E20436-8EF1-4FFF-9C29-AC69BF1D5C4A}" type="presOf" srcId="{02A34BC0-F8BA-4A89-87A4-4F20079DFD06}" destId="{39AFE128-ACF6-44CA-B18B-64F5782CF210}" srcOrd="0" destOrd="0" presId="urn:microsoft.com/office/officeart/2005/8/layout/vList4"/>
    <dgm:cxn modelId="{484B8A37-0122-4FF5-93D2-4A15DF521A17}" srcId="{78BFB295-8F5D-4286-B72B-79142F8F0E13}" destId="{D868444B-AE34-4422-A6A5-1F7D392D0C20}" srcOrd="0" destOrd="0" parTransId="{7DB88D83-6C3A-48C1-8CAD-0D11C3BEC35C}" sibTransId="{74B9B1A5-94EB-40A9-BFF2-678501068FB8}"/>
    <dgm:cxn modelId="{22F3405C-AB8E-4AC3-A83C-C551BA0831ED}" type="presOf" srcId="{55A2A9EB-4C26-43C3-B721-D475B10BC39B}" destId="{39AFE128-ACF6-44CA-B18B-64F5782CF210}" srcOrd="0" destOrd="2" presId="urn:microsoft.com/office/officeart/2005/8/layout/vList4"/>
    <dgm:cxn modelId="{7E8FC05E-FE02-4336-B1F8-3EAA05519A49}" type="presOf" srcId="{D868444B-AE34-4422-A6A5-1F7D392D0C20}" destId="{54FC4CB6-0791-48D3-B2C5-2E99B8AFCFF7}" srcOrd="0" destOrd="1" presId="urn:microsoft.com/office/officeart/2005/8/layout/vList4"/>
    <dgm:cxn modelId="{DC02AD53-682D-464B-9D09-C1B6DCD5AFB0}" type="presOf" srcId="{55A2A9EB-4C26-43C3-B721-D475B10BC39B}" destId="{CFFDF23F-D296-4CDF-8EE4-8A672559E207}" srcOrd="1" destOrd="2" presId="urn:microsoft.com/office/officeart/2005/8/layout/vList4"/>
    <dgm:cxn modelId="{0E2AE979-A66C-4CEC-BFF4-5B28BB7CD9EA}" srcId="{BE45140C-C326-4DAA-A267-498AD5117D68}" destId="{02A34BC0-F8BA-4A89-87A4-4F20079DFD06}" srcOrd="1" destOrd="0" parTransId="{9ADB496F-2DB6-4F16-8C91-2EB9CDF5F2F2}" sibTransId="{44AB630E-CD8B-4223-9F51-5EEE4E054B0A}"/>
    <dgm:cxn modelId="{2AD07198-D472-4B98-B6D5-5A730374E9A2}" srcId="{BE45140C-C326-4DAA-A267-498AD5117D68}" destId="{78BFB295-8F5D-4286-B72B-79142F8F0E13}" srcOrd="0" destOrd="0" parTransId="{F1885FAB-61EC-4F80-98D0-72360031AF9F}" sibTransId="{E88D0928-51D4-4670-8963-60ABBB193E13}"/>
    <dgm:cxn modelId="{690A389C-25C1-485B-88F9-437236A47744}" type="presOf" srcId="{BE45140C-C326-4DAA-A267-498AD5117D68}" destId="{6E1E561E-88C1-49C6-A3F7-DE4B9AD43273}" srcOrd="0" destOrd="0" presId="urn:microsoft.com/office/officeart/2005/8/layout/vList4"/>
    <dgm:cxn modelId="{ECFD91A4-F44F-4C84-8B25-37DA0B249A1F}" type="presOf" srcId="{78BFB295-8F5D-4286-B72B-79142F8F0E13}" destId="{52D125D2-FCA7-4A2D-AB39-B6BD54F251F2}" srcOrd="1" destOrd="0" presId="urn:microsoft.com/office/officeart/2005/8/layout/vList4"/>
    <dgm:cxn modelId="{778F2DBC-81F3-476D-BD99-784E4F7153C8}" srcId="{02A34BC0-F8BA-4A89-87A4-4F20079DFD06}" destId="{EA3B2395-55AF-495E-9D6B-329D2886612F}" srcOrd="0" destOrd="0" parTransId="{01DA10B6-3F7A-4C8A-AACD-F605EE6CCF20}" sibTransId="{11A4E056-7834-4F82-8A9C-B8EA31F159E3}"/>
    <dgm:cxn modelId="{FE5360C5-555C-42B2-9E63-16D2D46F21B1}" type="presOf" srcId="{D868444B-AE34-4422-A6A5-1F7D392D0C20}" destId="{52D125D2-FCA7-4A2D-AB39-B6BD54F251F2}" srcOrd="1" destOrd="1" presId="urn:microsoft.com/office/officeart/2005/8/layout/vList4"/>
    <dgm:cxn modelId="{1C3272C9-C630-4D60-B76B-138907BB4D41}" srcId="{78BFB295-8F5D-4286-B72B-79142F8F0E13}" destId="{2E221207-005F-49CB-81E1-6D036D64322B}" srcOrd="1" destOrd="0" parTransId="{B200B6AA-AA2A-4CB8-80FF-4BB54938E8A5}" sibTransId="{3728DB5E-E904-481D-A1E5-49CF4AFFC0D3}"/>
    <dgm:cxn modelId="{B0C181C9-77EB-4775-B9E6-C6CBDA60E6EB}" type="presOf" srcId="{EA3B2395-55AF-495E-9D6B-329D2886612F}" destId="{CFFDF23F-D296-4CDF-8EE4-8A672559E207}" srcOrd="1" destOrd="1" presId="urn:microsoft.com/office/officeart/2005/8/layout/vList4"/>
    <dgm:cxn modelId="{ECED70CB-7A25-48F8-9E03-51596FB1E92C}" srcId="{02A34BC0-F8BA-4A89-87A4-4F20079DFD06}" destId="{55A2A9EB-4C26-43C3-B721-D475B10BC39B}" srcOrd="1" destOrd="0" parTransId="{B8424EB2-FFE7-4867-9D5A-EE0D46E8AAFE}" sibTransId="{4EF4588A-187C-4393-9DFC-C6D80B20E995}"/>
    <dgm:cxn modelId="{22A4C7D2-C14A-4622-8C4E-3FE51F50DCC3}" type="presOf" srcId="{02A34BC0-F8BA-4A89-87A4-4F20079DFD06}" destId="{CFFDF23F-D296-4CDF-8EE4-8A672559E207}" srcOrd="1" destOrd="0" presId="urn:microsoft.com/office/officeart/2005/8/layout/vList4"/>
    <dgm:cxn modelId="{A70C9FD5-2935-4C81-937A-B6C05F5E54BA}" type="presOf" srcId="{2E221207-005F-49CB-81E1-6D036D64322B}" destId="{54FC4CB6-0791-48D3-B2C5-2E99B8AFCFF7}" srcOrd="0" destOrd="2" presId="urn:microsoft.com/office/officeart/2005/8/layout/vList4"/>
    <dgm:cxn modelId="{7ABE08FD-4ED4-44FB-BFBA-794B6C5FA813}" type="presOf" srcId="{EA3B2395-55AF-495E-9D6B-329D2886612F}" destId="{39AFE128-ACF6-44CA-B18B-64F5782CF210}" srcOrd="0" destOrd="1" presId="urn:microsoft.com/office/officeart/2005/8/layout/vList4"/>
    <dgm:cxn modelId="{DA463EE6-78DB-4E59-8099-EBA029F401B0}" type="presParOf" srcId="{6E1E561E-88C1-49C6-A3F7-DE4B9AD43273}" destId="{F70979D0-5925-4EC3-AD84-986E0EC7B0D8}" srcOrd="0" destOrd="0" presId="urn:microsoft.com/office/officeart/2005/8/layout/vList4"/>
    <dgm:cxn modelId="{2FE346D7-6685-4BD0-9465-988681234E35}" type="presParOf" srcId="{F70979D0-5925-4EC3-AD84-986E0EC7B0D8}" destId="{54FC4CB6-0791-48D3-B2C5-2E99B8AFCFF7}" srcOrd="0" destOrd="0" presId="urn:microsoft.com/office/officeart/2005/8/layout/vList4"/>
    <dgm:cxn modelId="{3671DC51-8308-4E14-B210-C8528BB18500}" type="presParOf" srcId="{F70979D0-5925-4EC3-AD84-986E0EC7B0D8}" destId="{9A7E2690-DE9C-4572-9BE5-B8C9A3B8BBB3}" srcOrd="1" destOrd="0" presId="urn:microsoft.com/office/officeart/2005/8/layout/vList4"/>
    <dgm:cxn modelId="{36512CCB-6AF4-4E79-94F2-3EAFE5E8BC48}" type="presParOf" srcId="{F70979D0-5925-4EC3-AD84-986E0EC7B0D8}" destId="{52D125D2-FCA7-4A2D-AB39-B6BD54F251F2}" srcOrd="2" destOrd="0" presId="urn:microsoft.com/office/officeart/2005/8/layout/vList4"/>
    <dgm:cxn modelId="{ECC56BF9-E938-422B-98CD-A358ACD6F8DC}" type="presParOf" srcId="{6E1E561E-88C1-49C6-A3F7-DE4B9AD43273}" destId="{E95CA29D-745B-40BA-93B6-BB607C99A2CE}" srcOrd="1" destOrd="0" presId="urn:microsoft.com/office/officeart/2005/8/layout/vList4"/>
    <dgm:cxn modelId="{158F6488-FF9D-4053-8FD1-E0DD5F22ECAD}" type="presParOf" srcId="{6E1E561E-88C1-49C6-A3F7-DE4B9AD43273}" destId="{41A67AC8-1DD7-4AB7-96A3-87B24035E3FA}" srcOrd="2" destOrd="0" presId="urn:microsoft.com/office/officeart/2005/8/layout/vList4"/>
    <dgm:cxn modelId="{236FF4A9-4957-4F7A-A24B-795FE34BEEFD}" type="presParOf" srcId="{41A67AC8-1DD7-4AB7-96A3-87B24035E3FA}" destId="{39AFE128-ACF6-44CA-B18B-64F5782CF210}" srcOrd="0" destOrd="0" presId="urn:microsoft.com/office/officeart/2005/8/layout/vList4"/>
    <dgm:cxn modelId="{5BD15FCC-0B87-4D85-98EC-9D897E4655EE}" type="presParOf" srcId="{41A67AC8-1DD7-4AB7-96A3-87B24035E3FA}" destId="{3F97C059-D720-4D48-953F-B84D04D0BF79}" srcOrd="1" destOrd="0" presId="urn:microsoft.com/office/officeart/2005/8/layout/vList4"/>
    <dgm:cxn modelId="{3156CEE4-28C8-4C16-85AC-EE6796DAD482}" type="presParOf" srcId="{41A67AC8-1DD7-4AB7-96A3-87B24035E3FA}" destId="{CFFDF23F-D296-4CDF-8EE4-8A672559E207}" srcOrd="2" destOrd="0" presId="urn:microsoft.com/office/officeart/2005/8/layout/vList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4FC4CB6-0791-48D3-B2C5-2E99B8AFCFF7}">
      <dsp:nvSpPr>
        <dsp:cNvPr id="0" name=""/>
        <dsp:cNvSpPr/>
      </dsp:nvSpPr>
      <dsp:spPr>
        <a:xfrm>
          <a:off x="0" y="0"/>
          <a:ext cx="7633494" cy="207118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t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4000" kern="1200" dirty="0"/>
            <a:t>Cristian Vera Arriagada</a:t>
          </a:r>
        </a:p>
        <a:p>
          <a:pPr marL="285750" lvl="1" indent="-285750" algn="l" defTabSz="1377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3100" kern="1200" dirty="0"/>
            <a:t>Scrum Master</a:t>
          </a:r>
          <a:endParaRPr lang="es-CL" sz="3100" kern="1200" dirty="0"/>
        </a:p>
        <a:p>
          <a:pPr marL="285750" lvl="1" indent="-285750" algn="l" defTabSz="1377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3100" kern="1200" dirty="0"/>
            <a:t>Desarrollador </a:t>
          </a:r>
          <a:r>
            <a:rPr lang="es-MX" sz="3100" kern="1200" dirty="0" err="1"/>
            <a:t>Backend</a:t>
          </a:r>
          <a:endParaRPr lang="es-CL" sz="3100" kern="1200" dirty="0"/>
        </a:p>
      </dsp:txBody>
      <dsp:txXfrm>
        <a:off x="1733817" y="0"/>
        <a:ext cx="5899676" cy="2071186"/>
      </dsp:txXfrm>
    </dsp:sp>
    <dsp:sp modelId="{9A7E2690-DE9C-4572-9BE5-B8C9A3B8BBB3}">
      <dsp:nvSpPr>
        <dsp:cNvPr id="0" name=""/>
        <dsp:cNvSpPr/>
      </dsp:nvSpPr>
      <dsp:spPr>
        <a:xfrm>
          <a:off x="207118" y="207118"/>
          <a:ext cx="1526698" cy="1656949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11000" b="-11000"/>
          </a:stretch>
        </a:blip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39AFE128-ACF6-44CA-B18B-64F5782CF210}">
      <dsp:nvSpPr>
        <dsp:cNvPr id="0" name=""/>
        <dsp:cNvSpPr/>
      </dsp:nvSpPr>
      <dsp:spPr>
        <a:xfrm>
          <a:off x="0" y="2278305"/>
          <a:ext cx="7633494" cy="207118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t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4000" kern="1200" dirty="0"/>
            <a:t>Jairo Rain Núñez</a:t>
          </a:r>
          <a:endParaRPr lang="es-CL" sz="4000" kern="1200" dirty="0"/>
        </a:p>
        <a:p>
          <a:pPr marL="285750" lvl="1" indent="-285750" algn="l" defTabSz="1377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3100" kern="1200" dirty="0"/>
            <a:t>Product owner</a:t>
          </a:r>
          <a:endParaRPr lang="es-CL" sz="3100" kern="1200" dirty="0"/>
        </a:p>
        <a:p>
          <a:pPr marL="285750" lvl="1" indent="-285750" algn="l" defTabSz="1377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3100" kern="1200" dirty="0"/>
            <a:t>Desarrollador Front </a:t>
          </a:r>
          <a:r>
            <a:rPr lang="es-MX" sz="3100" kern="1200" dirty="0" err="1"/>
            <a:t>end</a:t>
          </a:r>
          <a:endParaRPr lang="es-CL" sz="3100" kern="1200" dirty="0"/>
        </a:p>
      </dsp:txBody>
      <dsp:txXfrm>
        <a:off x="1733817" y="2278305"/>
        <a:ext cx="5899676" cy="2071186"/>
      </dsp:txXfrm>
    </dsp:sp>
    <dsp:sp modelId="{3F97C059-D720-4D48-953F-B84D04D0BF79}">
      <dsp:nvSpPr>
        <dsp:cNvPr id="0" name=""/>
        <dsp:cNvSpPr/>
      </dsp:nvSpPr>
      <dsp:spPr>
        <a:xfrm>
          <a:off x="207118" y="2485423"/>
          <a:ext cx="1526698" cy="1656949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11000" b="-11000"/>
          </a:stretch>
        </a:blip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4">
  <dgm:title val=""/>
  <dgm:desc val=""/>
  <dgm:catLst>
    <dgm:cat type="list" pri="13000"/>
    <dgm:cat type="picture" pri="26000"/>
    <dgm:cat type="pictureconvert" pri="26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resizeHandles val="exact"/>
    </dgm:varLst>
    <dgm:alg type="lin">
      <dgm:param type="linDir" val="fromT"/>
      <dgm:param type="vertAlign" val="t"/>
    </dgm:alg>
    <dgm:shape xmlns:r="http://schemas.openxmlformats.org/officeDocument/2006/relationships" r:blip="">
      <dgm:adjLst/>
    </dgm:shape>
    <dgm:presOf/>
    <dgm:constrLst>
      <dgm:constr type="w" for="ch" forName="comp" refType="w"/>
      <dgm:constr type="h" for="ch" forName="comp" refType="h"/>
      <dgm:constr type="h" for="ch" forName="spacer" refType="h" refFor="ch" refForName="comp" op="equ" fact="0.1"/>
      <dgm:constr type="primFontSz" for="des" forName="text" op="equ" val="65"/>
    </dgm:constrLst>
    <dgm:ruleLst/>
    <dgm:forEach name="Name0" axis="ch" ptType="node">
      <dgm:layoutNode name="comp" styleLbl="node1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l" for="ch" forName="img" refType="h" refFor="ch" refForName="box" fact="0.1"/>
              <dgm:constr type="h" for="ch" forName="text" refType="h"/>
              <dgm:constr type="l" for="ch" forName="text" refType="r" refFor="ch" refForName="img"/>
              <dgm:constr type="r" for="ch" forName="text" refType="w"/>
            </dgm:constrLst>
          </dgm:if>
          <dgm:else name="Name3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r" for="ch" forName="img" refType="w" refFor="ch" refForName="box"/>
              <dgm:constr type="rOff" for="ch" forName="img" refType="h" refFor="ch" refForName="box" fact="-0.1"/>
              <dgm:constr type="h" for="ch" forName="text" refType="h"/>
              <dgm:constr type="r" for="ch" forName="text" refType="l" refFor="ch" refForName="img"/>
              <dgm:constr type="l" for="ch" forName="text"/>
            </dgm:constrLst>
          </dgm:else>
        </dgm:choose>
        <dgm:ruleLst/>
        <dgm:layoutNode name="box" styleLbl="node1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/>
          <dgm:ruleLst/>
        </dgm:layoutNode>
        <dgm:layoutNode name="img" styleLbl="fgImgPlace1">
          <dgm:alg type="sp"/>
          <dgm:shape xmlns:r="http://schemas.openxmlformats.org/officeDocument/2006/relationships" type="roundRect" r:blip="" blipPhldr="1">
            <dgm:adjLst>
              <dgm:adj idx="1" val="0.1"/>
            </dgm:adjLst>
          </dgm:shape>
          <dgm:presOf/>
          <dgm:constrLst/>
          <dgm:ruleLst/>
        </dgm:layoutNode>
        <dgm:layoutNode name="text">
          <dgm:varLst>
            <dgm:bulletEnabled val="1"/>
          </dgm:varLst>
          <dgm:alg type="tx">
            <dgm:param type="parTxLTRAlign" val="l"/>
            <dgm:param type="parTxRTLAlign" val="r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layoutNode>
      <dgm:forEach name="Name4" axis="followSib" ptType="sibTrans" cnt="1">
        <dgm:layoutNode name="spacer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164A916-2C2E-265E-D1A7-F8BA8BAA56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E2B618F-FEF4-D0FB-4038-D93A262EA3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443312A-AEFB-3177-E12B-386C4F4291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01-12-2025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47C3C00-ADC0-ABB2-EF55-4D170DA0D7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1B0C28A-E393-39C0-65D4-7252445FA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053887044"/>
      </p:ext>
    </p:extLst>
  </p:cSld>
  <p:clrMapOvr>
    <a:masterClrMapping/>
  </p:clrMapOvr>
  <p:transition spd="slow">
    <p:wip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A7B6CD-9456-B138-ECD2-C8D7A666C4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874D6B0-7AF3-685F-CEAB-5529E05E8C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AF52F25-C2C6-7F7B-276E-37CD648AA7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01-12-2025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3947A73-C5CF-9FE2-967B-D4D866F9DD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0ECAE93-9144-BF33-1401-DF6FFF6FAB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623929711"/>
      </p:ext>
    </p:extLst>
  </p:cSld>
  <p:clrMapOvr>
    <a:masterClrMapping/>
  </p:clrMapOvr>
  <p:transition spd="slow">
    <p:wip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B56A89-B019-96BD-5BAD-62AE0C3AC1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22B60B4-76B8-D88B-5674-F86DC36707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9DE800A-255F-4AE1-5E56-606A61B379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01-12-2025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DFC92BF-9B9F-10CC-5BC8-BAC85DDB9B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3372357-062E-F22F-4B80-ED779DDD1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91426009"/>
      </p:ext>
    </p:extLst>
  </p:cSld>
  <p:clrMapOvr>
    <a:masterClrMapping/>
  </p:clrMapOvr>
  <p:transition spd="slow">
    <p:wip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399D17-3BAA-B1F3-D450-274A02753D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660F58E-6555-CC20-7FB5-60DB4AEFC8C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2CAA47F-EB54-628D-A823-3A00718BE8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890AFF8-D9BE-4C13-0483-E843C51CA1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01-12-2025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ECF5C03-2790-90EB-0D65-AA62820C0C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491F526-CDE5-755B-4A3F-50F807763A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352846858"/>
      </p:ext>
    </p:extLst>
  </p:cSld>
  <p:clrMapOvr>
    <a:masterClrMapping/>
  </p:clrMapOvr>
  <p:transition spd="slow">
    <p:wip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C9CF108-6B99-8CCE-C8FD-D995F9965A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B0B922A-6156-2235-AA95-A8B8C02B33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F40D8F2-325E-B2D8-EDDA-56DE9D1F20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C58884F1-5F33-E36A-DEE4-9693FBE7DB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25DF08E0-1508-F512-337D-F5C8A5F0C35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A553ED18-81E3-9782-22CD-40D6A19098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01-12-2025</a:t>
            </a:fld>
            <a:endParaRPr lang="es-CL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F78D2E67-9BFA-E800-3A7E-8900D96D4A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056AEF8A-22F0-544A-1B96-40996F1A6F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263044769"/>
      </p:ext>
    </p:extLst>
  </p:cSld>
  <p:clrMapOvr>
    <a:masterClrMapping/>
  </p:clrMapOvr>
  <p:transition spd="slow">
    <p:wip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80A5D8-AC89-1289-2F04-0814CB9B16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A703452B-17EB-394F-735B-5A921A58A3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01-12-2025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A60A54D4-94C4-7743-43A2-1A52792A4A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69886359-BA16-2E60-D21D-C9E1AD88B4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802827478"/>
      </p:ext>
    </p:extLst>
  </p:cSld>
  <p:clrMapOvr>
    <a:masterClrMapping/>
  </p:clrMapOvr>
  <p:transition spd="slow">
    <p:wip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E9082406-6A57-2057-24EC-1A6C257A2E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01-12-2025</a:t>
            </a:fld>
            <a:endParaRPr lang="es-CL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D4737A7-3975-9225-3AAC-282F9F4567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758996F-BDE4-86FA-BD9D-DFCAB9143F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53576406"/>
      </p:ext>
    </p:extLst>
  </p:cSld>
  <p:clrMapOvr>
    <a:masterClrMapping/>
  </p:clrMapOvr>
  <p:transition spd="slow">
    <p:wip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5B1326-48D6-CCCF-9030-3AC9A67CDA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704BD84-4F55-3649-4756-7A4CE760D3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F111F47-438E-ECB7-5D1F-CB07E54FD6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01E9545-DD0E-6A0B-2B88-934785A7ED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01-12-2025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23CD897-12AF-A56D-CB14-1B41012DE2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9257B85-275B-F539-96E6-BF6C3F487D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153514770"/>
      </p:ext>
    </p:extLst>
  </p:cSld>
  <p:clrMapOvr>
    <a:masterClrMapping/>
  </p:clrMapOvr>
  <p:transition spd="slow">
    <p:wip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45BFE8-4F8E-9F77-F45C-B4D870295B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23CB21F6-368F-6F50-5C0D-6BE2DDE1E42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012122B-29C5-7F4E-7EFB-41EF277FCE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17332B2-B78B-790B-184B-C7299CC48B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01-12-2025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61CBB3B-17B4-113F-AA5B-E804167ADC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C8A1FFA-A66B-F32D-E3CE-2337B07F5F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236603574"/>
      </p:ext>
    </p:extLst>
  </p:cSld>
  <p:clrMapOvr>
    <a:masterClrMapping/>
  </p:clrMapOvr>
  <p:transition spd="slow">
    <p:wip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CA4049-BEF3-0AFD-A19B-45FF1D8206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4FD3394-1BB2-4A78-E0C2-B81E3B0A0C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FB1E014-02B1-2EA8-C324-69C0657119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01-12-2025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5D9E46F-A5FD-E000-2817-06E54BC72C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5F151D9-94A1-87E1-B673-4D3D316B90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085804739"/>
      </p:ext>
    </p:extLst>
  </p:cSld>
  <p:clrMapOvr>
    <a:masterClrMapping/>
  </p:clrMapOvr>
  <p:transition spd="slow">
    <p:wip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6B72A6E5-A0E4-586A-8BAE-08F39AC9E9A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C8C75B9-2362-53B4-3282-7D8A22F061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B97AA35-3C24-08C9-2992-BE0C70C5DA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01-12-2025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9103D78-DCDD-276E-7575-A1992D704E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B60B15A-BAF6-5EBF-7331-0AFFFFABED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23337686"/>
      </p:ext>
    </p:extLst>
  </p:cSld>
  <p:clrMapOvr>
    <a:masterClrMapping/>
  </p:clrMapOvr>
  <p:transition spd="slow">
    <p:wip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948B6D4E-E3C2-3792-E3C4-2CBC2E052D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882E89E-FB21-817B-8050-7AD81F9CED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3A1C48C-F8B6-B30A-3815-D7ADD14FF2F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1704C8-43E3-4F4F-BE90-356A640D5754}" type="datetimeFigureOut">
              <a:rPr lang="es-CL" smtClean="0"/>
              <a:t>01-12-2025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909214F-88E2-1045-9D0B-C2ECD481C3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D38CA17-DD6E-139F-6ED9-FAD83BB727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7567036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wipe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E3B5815F-4341-2A3D-A22D-8F6657D201F3}"/>
              </a:ext>
            </a:extLst>
          </p:cNvPr>
          <p:cNvSpPr txBox="1"/>
          <p:nvPr/>
        </p:nvSpPr>
        <p:spPr>
          <a:xfrm>
            <a:off x="1" y="2707792"/>
            <a:ext cx="12191999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4400" dirty="0"/>
              <a:t>PROYECTO “Proyecto 6”</a:t>
            </a:r>
          </a:p>
          <a:p>
            <a:pPr algn="ctr"/>
            <a:r>
              <a:rPr lang="es-MX" sz="2400" dirty="0"/>
              <a:t>PRESENTACIÓN FINAL CAPSTONE</a:t>
            </a:r>
          </a:p>
          <a:p>
            <a:pPr algn="ctr"/>
            <a:endParaRPr lang="es-MX" sz="2400" dirty="0"/>
          </a:p>
          <a:p>
            <a:pPr algn="ctr"/>
            <a:r>
              <a:rPr lang="es-419" dirty="0"/>
              <a:t>Sistema de</a:t>
            </a:r>
            <a:br>
              <a:rPr lang="es-419" sz="2400" dirty="0"/>
            </a:br>
            <a:r>
              <a:rPr lang="es-419" dirty="0"/>
              <a:t>Gestión Integral de Sexta Compañía</a:t>
            </a:r>
          </a:p>
        </p:txBody>
      </p:sp>
    </p:spTree>
    <p:extLst>
      <p:ext uri="{BB962C8B-B14F-4D97-AF65-F5344CB8AC3E}">
        <p14:creationId xmlns:p14="http://schemas.microsoft.com/office/powerpoint/2010/main" val="2391963198"/>
      </p:ext>
    </p:ext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Diagrama 4">
            <a:extLst>
              <a:ext uri="{FF2B5EF4-FFF2-40B4-BE49-F238E27FC236}">
                <a16:creationId xmlns:a16="http://schemas.microsoft.com/office/drawing/2014/main" id="{CD98BAAD-E67E-3FB9-220F-BD3AA3645FA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58053590"/>
              </p:ext>
            </p:extLst>
          </p:nvPr>
        </p:nvGraphicFramePr>
        <p:xfrm>
          <a:off x="4121026" y="1710819"/>
          <a:ext cx="7633494" cy="43505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6" name="CuadroTexto 5">
            <a:extLst>
              <a:ext uri="{FF2B5EF4-FFF2-40B4-BE49-F238E27FC236}">
                <a16:creationId xmlns:a16="http://schemas.microsoft.com/office/drawing/2014/main" id="{54D38248-5D31-85F9-1E0F-4A607BCD5F6A}"/>
              </a:ext>
            </a:extLst>
          </p:cNvPr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PROYECTO “NOMBRE DEL PROYECTO”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A739E92-330D-944C-ED3E-C7F02FA216B3}"/>
              </a:ext>
            </a:extLst>
          </p:cNvPr>
          <p:cNvSpPr txBox="1"/>
          <p:nvPr/>
        </p:nvSpPr>
        <p:spPr>
          <a:xfrm>
            <a:off x="238327" y="3058616"/>
            <a:ext cx="360896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dirty="0"/>
              <a:t>INTEGRANTES DEL PROYECTO</a:t>
            </a:r>
            <a:endParaRPr lang="es-CL" dirty="0"/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8768D7F4-D478-E252-1441-D950598597DE}"/>
              </a:ext>
            </a:extLst>
          </p:cNvPr>
          <p:cNvCxnSpPr/>
          <p:nvPr/>
        </p:nvCxnSpPr>
        <p:spPr>
          <a:xfrm>
            <a:off x="0" y="758027"/>
            <a:ext cx="4085617" cy="0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36815989"/>
      </p:ext>
    </p:extLst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54D38248-5D31-85F9-1E0F-4A607BCD5F6A}"/>
              </a:ext>
            </a:extLst>
          </p:cNvPr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PROYECTO “NOMBRE DEL PROYECTO”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A739E92-330D-944C-ED3E-C7F02FA216B3}"/>
              </a:ext>
            </a:extLst>
          </p:cNvPr>
          <p:cNvSpPr txBox="1"/>
          <p:nvPr/>
        </p:nvSpPr>
        <p:spPr>
          <a:xfrm>
            <a:off x="0" y="1130849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dirty="0"/>
              <a:t>DESCRIPCIÓN DEL PROYECTO</a:t>
            </a:r>
            <a:endParaRPr lang="es-CL" dirty="0"/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8768D7F4-D478-E252-1441-D950598597DE}"/>
              </a:ext>
            </a:extLst>
          </p:cNvPr>
          <p:cNvCxnSpPr/>
          <p:nvPr/>
        </p:nvCxnSpPr>
        <p:spPr>
          <a:xfrm>
            <a:off x="0" y="758027"/>
            <a:ext cx="4085617" cy="0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ángulo: esquinas redondeadas 2">
            <a:extLst>
              <a:ext uri="{FF2B5EF4-FFF2-40B4-BE49-F238E27FC236}">
                <a16:creationId xmlns:a16="http://schemas.microsoft.com/office/drawing/2014/main" id="{5CB288BD-84B1-DF16-6004-32D5F8A61FF7}"/>
              </a:ext>
            </a:extLst>
          </p:cNvPr>
          <p:cNvSpPr/>
          <p:nvPr/>
        </p:nvSpPr>
        <p:spPr>
          <a:xfrm>
            <a:off x="394447" y="1777181"/>
            <a:ext cx="4669167" cy="4485190"/>
          </a:xfrm>
          <a:prstGeom prst="roundRect">
            <a:avLst>
              <a:gd name="adj" fmla="val 10901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 anchorCtr="0"/>
          <a:lstStyle/>
          <a:p>
            <a:pPr lvl="0" algn="ctr"/>
            <a:r>
              <a:rPr lang="es-MX" sz="2800" u="sng" dirty="0"/>
              <a:t>Problema o dolor</a:t>
            </a:r>
          </a:p>
          <a:p>
            <a:pPr lvl="0" algn="ctr"/>
            <a:endParaRPr lang="es-MX" u="sng" dirty="0"/>
          </a:p>
          <a:p>
            <a:r>
              <a:rPr lang="es-419" dirty="0"/>
              <a:t>• Gestión manual y desorganizada de registros dispersos en Excel y papel</a:t>
            </a:r>
          </a:p>
          <a:p>
            <a:r>
              <a:rPr lang="es-419" dirty="0"/>
              <a:t>• Cálculos manuales con errores frecuentes</a:t>
            </a:r>
          </a:p>
          <a:p>
            <a:r>
              <a:rPr lang="es-419" dirty="0"/>
              <a:t>• Pérdida de información histórica</a:t>
            </a:r>
          </a:p>
          <a:p>
            <a:r>
              <a:rPr lang="es-419" dirty="0"/>
              <a:t>• Sin reportes ni estadísticas centralizadas en tesorería y asistencia</a:t>
            </a:r>
            <a:endParaRPr lang="es-CL" u="sng" dirty="0"/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DDC84C5C-77A0-B2A2-F0BB-8A7713B865EA}"/>
              </a:ext>
            </a:extLst>
          </p:cNvPr>
          <p:cNvSpPr/>
          <p:nvPr/>
        </p:nvSpPr>
        <p:spPr>
          <a:xfrm>
            <a:off x="6597445" y="1777180"/>
            <a:ext cx="5486979" cy="4873269"/>
          </a:xfrm>
          <a:prstGeom prst="roundRect">
            <a:avLst>
              <a:gd name="adj" fmla="val 10901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 anchorCtr="0"/>
          <a:lstStyle/>
          <a:p>
            <a:pPr lvl="0" algn="ctr"/>
            <a:r>
              <a:rPr lang="es-MX" sz="2800" u="sng" dirty="0"/>
              <a:t>Propuesta de solución</a:t>
            </a:r>
          </a:p>
          <a:p>
            <a:r>
              <a:rPr lang="es-419" sz="1400" dirty="0"/>
              <a:t> </a:t>
            </a:r>
          </a:p>
          <a:p>
            <a:r>
              <a:rPr lang="es-419" sz="1600" dirty="0"/>
              <a:t>• Centralizar información de voluntarios en base de datos única</a:t>
            </a:r>
          </a:p>
          <a:p>
            <a:r>
              <a:rPr lang="es-419" sz="1600" dirty="0"/>
              <a:t>• Registrar y controlar asistencias a emergencias y actividades</a:t>
            </a:r>
          </a:p>
          <a:p>
            <a:r>
              <a:rPr lang="es-419" sz="1600" dirty="0"/>
              <a:t>• Gestionar sanciones, reintegros y felicitaciones</a:t>
            </a:r>
          </a:p>
          <a:p>
            <a:r>
              <a:rPr lang="es-419" sz="1600" dirty="0"/>
              <a:t>• Controlar inventario de uniformes (entregas/devoluciones)</a:t>
            </a:r>
          </a:p>
          <a:p>
            <a:r>
              <a:rPr lang="es-419" sz="1600" dirty="0"/>
              <a:t>• Administrar finanzas con envío automático de comprobantes electrónicos por email</a:t>
            </a:r>
          </a:p>
          <a:p>
            <a:pPr lvl="0" algn="just"/>
            <a:endParaRPr lang="es-CL" sz="1800" dirty="0"/>
          </a:p>
        </p:txBody>
      </p:sp>
      <p:sp>
        <p:nvSpPr>
          <p:cNvPr id="8" name="Flecha: a la derecha 7">
            <a:extLst>
              <a:ext uri="{FF2B5EF4-FFF2-40B4-BE49-F238E27FC236}">
                <a16:creationId xmlns:a16="http://schemas.microsoft.com/office/drawing/2014/main" id="{E4B09E7F-FBE6-31BF-0C0F-DD32DBE05724}"/>
              </a:ext>
            </a:extLst>
          </p:cNvPr>
          <p:cNvSpPr/>
          <p:nvPr/>
        </p:nvSpPr>
        <p:spPr>
          <a:xfrm>
            <a:off x="5178997" y="3429000"/>
            <a:ext cx="1140542" cy="75708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775730755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8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54D38248-5D31-85F9-1E0F-4A607BCD5F6A}"/>
              </a:ext>
            </a:extLst>
          </p:cNvPr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PROYECTO “NOMBRE DEL PROYECTO”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A739E92-330D-944C-ED3E-C7F02FA216B3}"/>
              </a:ext>
            </a:extLst>
          </p:cNvPr>
          <p:cNvSpPr txBox="1"/>
          <p:nvPr/>
        </p:nvSpPr>
        <p:spPr>
          <a:xfrm>
            <a:off x="0" y="1384304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dirty="0"/>
              <a:t>Objetivo General</a:t>
            </a:r>
            <a:endParaRPr lang="es-CL" dirty="0"/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8768D7F4-D478-E252-1441-D950598597DE}"/>
              </a:ext>
            </a:extLst>
          </p:cNvPr>
          <p:cNvCxnSpPr/>
          <p:nvPr/>
        </p:nvCxnSpPr>
        <p:spPr>
          <a:xfrm>
            <a:off x="0" y="758027"/>
            <a:ext cx="4085617" cy="0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uadroTexto 1">
            <a:extLst>
              <a:ext uri="{FF2B5EF4-FFF2-40B4-BE49-F238E27FC236}">
                <a16:creationId xmlns:a16="http://schemas.microsoft.com/office/drawing/2014/main" id="{733B57D9-BF13-9372-D021-14655CF00C4C}"/>
              </a:ext>
            </a:extLst>
          </p:cNvPr>
          <p:cNvSpPr txBox="1"/>
          <p:nvPr/>
        </p:nvSpPr>
        <p:spPr>
          <a:xfrm>
            <a:off x="0" y="3805447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dirty="0"/>
              <a:t>Objetivos Específicos</a:t>
            </a:r>
            <a:endParaRPr lang="es-CL" dirty="0"/>
          </a:p>
        </p:txBody>
      </p:sp>
      <p:sp>
        <p:nvSpPr>
          <p:cNvPr id="3" name="Rectángulo: esquinas redondeadas 2">
            <a:extLst>
              <a:ext uri="{FF2B5EF4-FFF2-40B4-BE49-F238E27FC236}">
                <a16:creationId xmlns:a16="http://schemas.microsoft.com/office/drawing/2014/main" id="{08D4A171-2FE3-5173-34E6-9DC3D74E7376}"/>
              </a:ext>
            </a:extLst>
          </p:cNvPr>
          <p:cNvSpPr/>
          <p:nvPr/>
        </p:nvSpPr>
        <p:spPr>
          <a:xfrm>
            <a:off x="614515" y="2040571"/>
            <a:ext cx="10962967" cy="1575221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419" dirty="0"/>
              <a:t>Desarrollar un sistema web de gestión administrativa integral para la Sexta Compañía de Bomberos de Puerto Montt que permita centralizar, controlar y administrar eficientemente la información de voluntarios, asistencias, finanzas, uniformes y actividades operativas.</a:t>
            </a:r>
            <a:endParaRPr lang="es-CL" dirty="0"/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7E63425F-86F4-531E-E0F5-7A349604A51E}"/>
              </a:ext>
            </a:extLst>
          </p:cNvPr>
          <p:cNvSpPr/>
          <p:nvPr/>
        </p:nvSpPr>
        <p:spPr>
          <a:xfrm>
            <a:off x="614515" y="4451778"/>
            <a:ext cx="10896168" cy="2125593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342900" indent="-342900" algn="ctr">
              <a:buAutoNum type="arabicPeriod"/>
            </a:pPr>
            <a:r>
              <a:rPr lang="es-419" b="1" dirty="0"/>
              <a:t>Gestión Integral del Recurso Humano y Financiero del Bombero:</a:t>
            </a:r>
            <a:r>
              <a:rPr lang="es-419" dirty="0"/>
              <a:t> Cubriendo el </a:t>
            </a:r>
            <a:r>
              <a:rPr lang="es-419" b="1" dirty="0"/>
              <a:t>ciclo completo del voluntario</a:t>
            </a:r>
            <a:r>
              <a:rPr lang="es-419" dirty="0"/>
              <a:t>, desde el registro de su estado, el </a:t>
            </a:r>
            <a:r>
              <a:rPr lang="es-419" b="1" dirty="0"/>
              <a:t>control de asistencias</a:t>
            </a:r>
            <a:r>
              <a:rPr lang="es-419" dirty="0"/>
              <a:t>, la gestión de sanciones/felicitaciones, el control de uniformes, hasta el </a:t>
            </a:r>
            <a:r>
              <a:rPr lang="es-419" b="1" dirty="0"/>
              <a:t>control especial de pagos de cuotas y beneficios</a:t>
            </a:r>
            <a:r>
              <a:rPr lang="es-419" dirty="0"/>
              <a:t> (gestión financiera y de deudores).</a:t>
            </a:r>
          </a:p>
          <a:p>
            <a:pPr marL="342900" indent="-342900" algn="ctr">
              <a:buAutoNum type="arabicPeriod"/>
            </a:pPr>
            <a:endParaRPr lang="es-419" dirty="0"/>
          </a:p>
          <a:p>
            <a:pPr marL="342900" indent="-342900" algn="ctr">
              <a:buAutoNum type="arabicPeriod"/>
            </a:pPr>
            <a:r>
              <a:rPr lang="es-419" b="1" dirty="0"/>
              <a:t>Infraestructura, Seguridad y Soporte Administrativo:</a:t>
            </a:r>
            <a:r>
              <a:rPr lang="es-419" dirty="0"/>
              <a:t> Abordando el </a:t>
            </a:r>
            <a:r>
              <a:rPr lang="es-419" b="1" dirty="0"/>
              <a:t>control de acceso por roles</a:t>
            </a:r>
            <a:r>
              <a:rPr lang="es-419" dirty="0"/>
              <a:t> y seguridad administrativa limitada, la </a:t>
            </a:r>
            <a:r>
              <a:rPr lang="es-419" b="1" dirty="0"/>
              <a:t>generación de reportes oficiales</a:t>
            </a:r>
            <a:r>
              <a:rPr lang="es-419" dirty="0"/>
              <a:t> (PDF/Excel), y la </a:t>
            </a:r>
            <a:r>
              <a:rPr lang="es-419" b="1" dirty="0"/>
              <a:t>migración a una base de datos MySQL.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2717669782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54D38248-5D31-85F9-1E0F-4A607BCD5F6A}"/>
              </a:ext>
            </a:extLst>
          </p:cNvPr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PROYECTO “NOMBRE DEL PROYECTO”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A739E92-330D-944C-ED3E-C7F02FA216B3}"/>
              </a:ext>
            </a:extLst>
          </p:cNvPr>
          <p:cNvSpPr txBox="1"/>
          <p:nvPr/>
        </p:nvSpPr>
        <p:spPr>
          <a:xfrm>
            <a:off x="-197962" y="1319533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dirty="0"/>
              <a:t>Alcances y limitaciones del proyecto</a:t>
            </a:r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8768D7F4-D478-E252-1441-D950598597DE}"/>
              </a:ext>
            </a:extLst>
          </p:cNvPr>
          <p:cNvCxnSpPr/>
          <p:nvPr/>
        </p:nvCxnSpPr>
        <p:spPr>
          <a:xfrm>
            <a:off x="0" y="758027"/>
            <a:ext cx="4085617" cy="0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ángulo: esquinas redondeadas 1">
            <a:extLst>
              <a:ext uri="{FF2B5EF4-FFF2-40B4-BE49-F238E27FC236}">
                <a16:creationId xmlns:a16="http://schemas.microsoft.com/office/drawing/2014/main" id="{EDF67E4C-B9F9-F2CA-C5F3-1F984BC3E848}"/>
              </a:ext>
            </a:extLst>
          </p:cNvPr>
          <p:cNvSpPr/>
          <p:nvPr/>
        </p:nvSpPr>
        <p:spPr>
          <a:xfrm>
            <a:off x="449953" y="1865112"/>
            <a:ext cx="11463605" cy="4084293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419" b="1" dirty="0"/>
              <a:t>Alcances técnicos:</a:t>
            </a:r>
          </a:p>
          <a:p>
            <a:r>
              <a:rPr lang="es-419" b="1" dirty="0"/>
              <a:t>Tecnologías Base:</a:t>
            </a:r>
            <a:r>
              <a:rPr lang="es-419" dirty="0"/>
              <a:t> Desarrollo web en </a:t>
            </a:r>
            <a:r>
              <a:rPr lang="es-419" b="1" dirty="0"/>
              <a:t>Django (Python)</a:t>
            </a:r>
            <a:r>
              <a:rPr lang="es-419" dirty="0"/>
              <a:t> para el </a:t>
            </a:r>
            <a:r>
              <a:rPr lang="es-419" i="1" dirty="0" err="1"/>
              <a:t>backend</a:t>
            </a:r>
            <a:r>
              <a:rPr lang="es-419" dirty="0"/>
              <a:t> y </a:t>
            </a:r>
            <a:r>
              <a:rPr lang="es-419" b="1" dirty="0"/>
              <a:t>MySQL</a:t>
            </a:r>
            <a:r>
              <a:rPr lang="es-419" dirty="0"/>
              <a:t> como base de datos robusta. Utiliza </a:t>
            </a:r>
            <a:r>
              <a:rPr lang="es-419" b="1" dirty="0"/>
              <a:t>JavaScript (JS)</a:t>
            </a:r>
            <a:r>
              <a:rPr lang="es-419" dirty="0"/>
              <a:t> para interactuar con la API.</a:t>
            </a:r>
          </a:p>
          <a:p>
            <a:r>
              <a:rPr lang="es-419" dirty="0"/>
              <a:t> </a:t>
            </a:r>
            <a:r>
              <a:rPr lang="es-419" b="1" dirty="0"/>
              <a:t>Capacidad Operacional:</a:t>
            </a:r>
            <a:r>
              <a:rPr lang="es-419" dirty="0"/>
              <a:t> El sistema está diseñado para:</a:t>
            </a:r>
          </a:p>
          <a:p>
            <a:pPr lvl="0"/>
            <a:r>
              <a:rPr lang="es-419" dirty="0"/>
              <a:t>Almacenar hasta </a:t>
            </a:r>
            <a:r>
              <a:rPr lang="es-419" b="1" dirty="0"/>
              <a:t>200 bomberos</a:t>
            </a:r>
            <a:r>
              <a:rPr lang="es-419" dirty="0"/>
              <a:t> con su información completa.</a:t>
            </a:r>
          </a:p>
          <a:p>
            <a:pPr lvl="0"/>
            <a:r>
              <a:rPr lang="es-419" dirty="0"/>
              <a:t>Registrar un promedio de hasta </a:t>
            </a:r>
            <a:r>
              <a:rPr lang="es-419" b="1" dirty="0"/>
              <a:t>700 emergencias por año</a:t>
            </a:r>
            <a:r>
              <a:rPr lang="es-419" dirty="0"/>
              <a:t>.</a:t>
            </a:r>
          </a:p>
          <a:p>
            <a:endParaRPr lang="es-419" dirty="0"/>
          </a:p>
          <a:p>
            <a:endParaRPr lang="es-419" dirty="0"/>
          </a:p>
          <a:p>
            <a:pPr marL="342900" indent="-342900" algn="ctr">
              <a:buAutoNum type="arabicPeriod"/>
            </a:pP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3299956469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5AD637-F025-DE9F-D372-EC2FEC6159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44F49100-FC33-326E-4C07-00000B2266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B7B5D8A5-DBF4-9B85-885B-1B5EC6575B62}"/>
              </a:ext>
            </a:extLst>
          </p:cNvPr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PROYECTO “NOMBRE DEL PROYECTO”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CFE9C69E-A9E6-6166-3F16-55C31CA29ABD}"/>
              </a:ext>
            </a:extLst>
          </p:cNvPr>
          <p:cNvSpPr txBox="1"/>
          <p:nvPr/>
        </p:nvSpPr>
        <p:spPr>
          <a:xfrm>
            <a:off x="-364197" y="1154280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dirty="0"/>
              <a:t>Alcances y limitaciones del proyecto</a:t>
            </a:r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0CF3B322-32DE-DDB7-23DB-5C08117B8181}"/>
              </a:ext>
            </a:extLst>
          </p:cNvPr>
          <p:cNvCxnSpPr/>
          <p:nvPr/>
        </p:nvCxnSpPr>
        <p:spPr>
          <a:xfrm>
            <a:off x="0" y="758027"/>
            <a:ext cx="4085617" cy="0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ángulo: esquinas redondeadas 1">
            <a:extLst>
              <a:ext uri="{FF2B5EF4-FFF2-40B4-BE49-F238E27FC236}">
                <a16:creationId xmlns:a16="http://schemas.microsoft.com/office/drawing/2014/main" id="{D1F7DB20-B61D-A4FF-BA4F-716097B5B6E2}"/>
              </a:ext>
            </a:extLst>
          </p:cNvPr>
          <p:cNvSpPr/>
          <p:nvPr/>
        </p:nvSpPr>
        <p:spPr>
          <a:xfrm>
            <a:off x="0" y="2146852"/>
            <a:ext cx="11827802" cy="4219273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419" b="1" dirty="0"/>
              <a:t>Limitaciones del Proyecto</a:t>
            </a:r>
          </a:p>
          <a:p>
            <a:endParaRPr lang="es-419" dirty="0"/>
          </a:p>
          <a:p>
            <a:pPr lvl="0"/>
            <a:r>
              <a:rPr lang="es-419" b="1" dirty="0"/>
              <a:t>Alcance Geográfico:</a:t>
            </a:r>
            <a:r>
              <a:rPr lang="es-419" dirty="0"/>
              <a:t> Diseñado </a:t>
            </a:r>
            <a:r>
              <a:rPr lang="es-419" b="1" dirty="0"/>
              <a:t>exclusivamente para la Sexta Compañía</a:t>
            </a:r>
            <a:r>
              <a:rPr lang="es-419" dirty="0"/>
              <a:t> de Puerto Montt. No contempla integración con otras compañías o cuerpos de bomberos.</a:t>
            </a:r>
          </a:p>
          <a:p>
            <a:pPr lvl="0"/>
            <a:endParaRPr lang="es-419" dirty="0"/>
          </a:p>
          <a:p>
            <a:pPr lvl="0"/>
            <a:r>
              <a:rPr lang="es-419" b="1" dirty="0"/>
              <a:t>Módulos No Incluidos:</a:t>
            </a:r>
            <a:r>
              <a:rPr lang="es-419" dirty="0"/>
              <a:t> Se enfoca en la gestión administrativa. </a:t>
            </a:r>
            <a:r>
              <a:rPr lang="es-419" b="1" dirty="0"/>
              <a:t>No incluye</a:t>
            </a:r>
            <a:r>
              <a:rPr lang="es-419" dirty="0"/>
              <a:t> módulos de telecomunicaciones, despacho de emergencias en tiempo real, geolocalización de unidades o monitoreo de equipos/vehículos.</a:t>
            </a:r>
          </a:p>
          <a:p>
            <a:pPr lvl="0"/>
            <a:endParaRPr lang="es-419" dirty="0"/>
          </a:p>
          <a:p>
            <a:pPr lvl="0"/>
            <a:r>
              <a:rPr lang="es-419" b="1" dirty="0"/>
              <a:t>Datos Históricos:</a:t>
            </a:r>
            <a:r>
              <a:rPr lang="es-419" dirty="0"/>
              <a:t> La carga inicial de </a:t>
            </a:r>
            <a:r>
              <a:rPr lang="es-419" b="1" dirty="0"/>
              <a:t>datos históricos</a:t>
            </a:r>
            <a:r>
              <a:rPr lang="es-419" dirty="0"/>
              <a:t> de años anteriores a la implementación del sistema no está contemplada como alcance(la compañía se hace responsable de la </a:t>
            </a:r>
            <a:r>
              <a:rPr lang="es-419" dirty="0" err="1"/>
              <a:t>limitancia</a:t>
            </a:r>
            <a:r>
              <a:rPr lang="es-419" dirty="0"/>
              <a:t> de los datos a ingresar de sus histórico).</a:t>
            </a:r>
          </a:p>
          <a:p>
            <a:endParaRPr lang="es-419" dirty="0"/>
          </a:p>
          <a:p>
            <a:pPr marL="342900" indent="-342900" algn="ctr">
              <a:buAutoNum type="arabicPeriod"/>
            </a:pP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4214710430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54D38248-5D31-85F9-1E0F-4A607BCD5F6A}"/>
              </a:ext>
            </a:extLst>
          </p:cNvPr>
          <p:cNvSpPr txBox="1"/>
          <p:nvPr/>
        </p:nvSpPr>
        <p:spPr>
          <a:xfrm>
            <a:off x="1" y="168819"/>
            <a:ext cx="12191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PROYECTO “NOMBRE DEL PROYECTO”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A739E92-330D-944C-ED3E-C7F02FA216B3}"/>
              </a:ext>
            </a:extLst>
          </p:cNvPr>
          <p:cNvSpPr txBox="1"/>
          <p:nvPr/>
        </p:nvSpPr>
        <p:spPr>
          <a:xfrm>
            <a:off x="0" y="1432655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dirty="0"/>
              <a:t>Metodología de trabajo para el desarrollo del proyecto</a:t>
            </a:r>
            <a:endParaRPr lang="es-CL" dirty="0"/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8768D7F4-D478-E252-1441-D950598597DE}"/>
              </a:ext>
            </a:extLst>
          </p:cNvPr>
          <p:cNvCxnSpPr/>
          <p:nvPr/>
        </p:nvCxnSpPr>
        <p:spPr>
          <a:xfrm>
            <a:off x="0" y="758027"/>
            <a:ext cx="4085617" cy="0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Imagen 2">
            <a:extLst>
              <a:ext uri="{FF2B5EF4-FFF2-40B4-BE49-F238E27FC236}">
                <a16:creationId xmlns:a16="http://schemas.microsoft.com/office/drawing/2014/main" id="{4423757D-8AD5-4AB5-9B9F-17E82B2A95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758027"/>
            <a:ext cx="12191999" cy="6280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4199749"/>
      </p:ext>
    </p:extLst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54D38248-5D31-85F9-1E0F-4A607BCD5F6A}"/>
              </a:ext>
            </a:extLst>
          </p:cNvPr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PROYECTO “NOMBRE DEL PROYECTO”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A739E92-330D-944C-ED3E-C7F02FA216B3}"/>
              </a:ext>
            </a:extLst>
          </p:cNvPr>
          <p:cNvSpPr txBox="1"/>
          <p:nvPr/>
        </p:nvSpPr>
        <p:spPr>
          <a:xfrm>
            <a:off x="1" y="1155656"/>
            <a:ext cx="12191999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dirty="0"/>
              <a:t>Cronograma para el desarrollo del proyecto</a:t>
            </a:r>
          </a:p>
          <a:p>
            <a:pPr algn="ctr"/>
            <a:r>
              <a:rPr lang="es-MX" sz="1600" dirty="0">
                <a:solidFill>
                  <a:schemeClr val="bg2">
                    <a:lumMod val="50000"/>
                  </a:schemeClr>
                </a:solidFill>
              </a:rPr>
              <a:t>* Utilizar cronograma de inicio, indicando el cumplimiento al término del proyecto </a:t>
            </a:r>
            <a:endParaRPr lang="es-CL" sz="1000" dirty="0">
              <a:solidFill>
                <a:schemeClr val="bg2">
                  <a:lumMod val="50000"/>
                </a:schemeClr>
              </a:solidFill>
            </a:endParaRPr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8768D7F4-D478-E252-1441-D950598597DE}"/>
              </a:ext>
            </a:extLst>
          </p:cNvPr>
          <p:cNvCxnSpPr/>
          <p:nvPr/>
        </p:nvCxnSpPr>
        <p:spPr>
          <a:xfrm>
            <a:off x="0" y="758027"/>
            <a:ext cx="4085617" cy="0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Imagen 2">
            <a:extLst>
              <a:ext uri="{FF2B5EF4-FFF2-40B4-BE49-F238E27FC236}">
                <a16:creationId xmlns:a16="http://schemas.microsoft.com/office/drawing/2014/main" id="{00397491-237A-4EBF-81AC-CB2C6C7527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99638"/>
            <a:ext cx="12192000" cy="6352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819318"/>
      </p:ext>
    </p:extLst>
  </p:cSld>
  <p:clrMapOvr>
    <a:masterClrMapping/>
  </p:clrMapOvr>
  <p:transition spd="slow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54D38248-5D31-85F9-1E0F-4A607BCD5F6A}"/>
              </a:ext>
            </a:extLst>
          </p:cNvPr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PROYECTO “NOMBRE DEL PROYECTO”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A739E92-330D-944C-ED3E-C7F02FA216B3}"/>
              </a:ext>
            </a:extLst>
          </p:cNvPr>
          <p:cNvSpPr txBox="1"/>
          <p:nvPr/>
        </p:nvSpPr>
        <p:spPr>
          <a:xfrm>
            <a:off x="0" y="1432655"/>
            <a:ext cx="12191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dirty="0"/>
              <a:t>Arquitectura del software</a:t>
            </a:r>
          </a:p>
          <a:p>
            <a:pPr algn="ctr"/>
            <a:r>
              <a:rPr lang="es-MX" sz="2400" dirty="0">
                <a:solidFill>
                  <a:schemeClr val="bg2">
                    <a:lumMod val="50000"/>
                  </a:schemeClr>
                </a:solidFill>
              </a:rPr>
              <a:t>*Presentar esquema</a:t>
            </a:r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8768D7F4-D478-E252-1441-D950598597DE}"/>
              </a:ext>
            </a:extLst>
          </p:cNvPr>
          <p:cNvCxnSpPr/>
          <p:nvPr/>
        </p:nvCxnSpPr>
        <p:spPr>
          <a:xfrm>
            <a:off x="0" y="758027"/>
            <a:ext cx="4085617" cy="0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Imagen 3">
            <a:extLst>
              <a:ext uri="{FF2B5EF4-FFF2-40B4-BE49-F238E27FC236}">
                <a16:creationId xmlns:a16="http://schemas.microsoft.com/office/drawing/2014/main" id="{FA1C7E05-CD00-4C8F-B936-5A11CDF8D4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899638"/>
            <a:ext cx="12192000" cy="5489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0491460"/>
      </p:ext>
    </p:extLst>
  </p:cSld>
  <p:clrMapOvr>
    <a:masterClrMapping/>
  </p:clrMapOvr>
  <p:transition spd="slow"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54D38248-5D31-85F9-1E0F-4A607BCD5F6A}"/>
              </a:ext>
            </a:extLst>
          </p:cNvPr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PROYECTO “NOMBRE DEL PROYECTO”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A739E92-330D-944C-ED3E-C7F02FA216B3}"/>
              </a:ext>
            </a:extLst>
          </p:cNvPr>
          <p:cNvSpPr txBox="1"/>
          <p:nvPr/>
        </p:nvSpPr>
        <p:spPr>
          <a:xfrm>
            <a:off x="1" y="111696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dirty="0"/>
              <a:t>Modelo de datos</a:t>
            </a:r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8768D7F4-D478-E252-1441-D950598597DE}"/>
              </a:ext>
            </a:extLst>
          </p:cNvPr>
          <p:cNvCxnSpPr/>
          <p:nvPr/>
        </p:nvCxnSpPr>
        <p:spPr>
          <a:xfrm>
            <a:off x="0" y="758027"/>
            <a:ext cx="4085617" cy="0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Imagen 3">
            <a:extLst>
              <a:ext uri="{FF2B5EF4-FFF2-40B4-BE49-F238E27FC236}">
                <a16:creationId xmlns:a16="http://schemas.microsoft.com/office/drawing/2014/main" id="{9F29D040-7A7E-4580-A40F-8D9CB01457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4432" y="1250134"/>
            <a:ext cx="8023077" cy="4812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2457618"/>
      </p:ext>
    </p:extLst>
  </p:cSld>
  <p:clrMapOvr>
    <a:masterClrMapping/>
  </p:clrMapOvr>
  <p:transition spd="slow">
    <p:wip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54D38248-5D31-85F9-1E0F-4A607BCD5F6A}"/>
              </a:ext>
            </a:extLst>
          </p:cNvPr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PROYECTO “SEIS”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A739E92-330D-944C-ED3E-C7F02FA216B3}"/>
              </a:ext>
            </a:extLst>
          </p:cNvPr>
          <p:cNvSpPr txBox="1"/>
          <p:nvPr/>
        </p:nvSpPr>
        <p:spPr>
          <a:xfrm>
            <a:off x="0" y="1432655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dirty="0"/>
              <a:t>Tecnologías utilizadas</a:t>
            </a:r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8768D7F4-D478-E252-1441-D950598597DE}"/>
              </a:ext>
            </a:extLst>
          </p:cNvPr>
          <p:cNvCxnSpPr/>
          <p:nvPr/>
        </p:nvCxnSpPr>
        <p:spPr>
          <a:xfrm>
            <a:off x="0" y="758027"/>
            <a:ext cx="4085617" cy="0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Imagen 2">
            <a:extLst>
              <a:ext uri="{FF2B5EF4-FFF2-40B4-BE49-F238E27FC236}">
                <a16:creationId xmlns:a16="http://schemas.microsoft.com/office/drawing/2014/main" id="{4A07F752-D400-48F6-9F76-5E99DF99E1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70" y="777795"/>
            <a:ext cx="11602179" cy="59235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5368746"/>
      </p:ext>
    </p:extLst>
  </p:cSld>
  <p:clrMapOvr>
    <a:masterClrMapping/>
  </p:clrMapOvr>
  <p:transition spd="slow">
    <p:wip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E3B5815F-4341-2A3D-A22D-8F6657D201F3}"/>
              </a:ext>
            </a:extLst>
          </p:cNvPr>
          <p:cNvSpPr txBox="1"/>
          <p:nvPr/>
        </p:nvSpPr>
        <p:spPr>
          <a:xfrm>
            <a:off x="1" y="2707792"/>
            <a:ext cx="12191999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4400" dirty="0"/>
              <a:t>DEMOSTRACIÓN DEL RESULTADO DEL PROYECTO</a:t>
            </a:r>
          </a:p>
          <a:p>
            <a:pPr algn="ctr"/>
            <a:r>
              <a:rPr lang="es-MX" sz="2400" dirty="0">
                <a:solidFill>
                  <a:schemeClr val="bg2">
                    <a:lumMod val="50000"/>
                  </a:schemeClr>
                </a:solidFill>
              </a:rPr>
              <a:t>*Exposición del sistema</a:t>
            </a:r>
            <a:endParaRPr lang="es-CL" sz="2400" dirty="0">
              <a:solidFill>
                <a:schemeClr val="bg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89174681"/>
      </p:ext>
    </p:extLst>
  </p:cSld>
  <p:clrMapOvr>
    <a:masterClrMapping/>
  </p:clrMapOvr>
  <p:transition spd="slow">
    <p:wip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E3B5815F-4341-2A3D-A22D-8F6657D201F3}"/>
              </a:ext>
            </a:extLst>
          </p:cNvPr>
          <p:cNvSpPr txBox="1"/>
          <p:nvPr/>
        </p:nvSpPr>
        <p:spPr>
          <a:xfrm>
            <a:off x="1" y="1459095"/>
            <a:ext cx="1219199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4400" dirty="0"/>
              <a:t>Resultados obtenidos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321A2E7B-059E-455E-B628-5E8648ECC3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6424" y="2403834"/>
            <a:ext cx="4559152" cy="3840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4893737"/>
      </p:ext>
    </p:extLst>
  </p:cSld>
  <p:clrMapOvr>
    <a:masterClrMapping/>
  </p:clrMapOvr>
  <p:transition spd="slow">
    <p:wip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E3B5815F-4341-2A3D-A22D-8F6657D201F3}"/>
              </a:ext>
            </a:extLst>
          </p:cNvPr>
          <p:cNvSpPr txBox="1"/>
          <p:nvPr/>
        </p:nvSpPr>
        <p:spPr>
          <a:xfrm>
            <a:off x="1" y="1360773"/>
            <a:ext cx="1219199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4400" dirty="0"/>
              <a:t>Obstáculos presentados durante el desarrollo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8FAF43E4-FB4E-4ED4-80C6-30DC8D1E7C1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1286" y="2130214"/>
            <a:ext cx="7629427" cy="4161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6268508"/>
      </p:ext>
    </p:extLst>
  </p:cSld>
  <p:clrMapOvr>
    <a:masterClrMapping/>
  </p:clrMapOvr>
  <p:transition spd="slow">
    <p:wipe/>
  </p:transition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5733</TotalTime>
  <Words>551</Words>
  <Application>Microsoft Office PowerPoint</Application>
  <PresentationFormat>Panorámica</PresentationFormat>
  <Paragraphs>67</Paragraphs>
  <Slides>14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18" baseType="lpstr">
      <vt:lpstr>Arial</vt:lpstr>
      <vt:lpstr>Calibri</vt:lpstr>
      <vt:lpstr>Calibri Light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Gerardo Galan Cruz</dc:creator>
  <cp:lastModifiedBy>Jairo Rain</cp:lastModifiedBy>
  <cp:revision>11</cp:revision>
  <dcterms:created xsi:type="dcterms:W3CDTF">2023-10-28T21:12:11Z</dcterms:created>
  <dcterms:modified xsi:type="dcterms:W3CDTF">2025-12-01T17:38:30Z</dcterms:modified>
</cp:coreProperties>
</file>